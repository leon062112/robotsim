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92" d="100"/>
          <a:sy n="92" d="100"/>
        </p:scale>
        <p:origin x="13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round-line">
            <a:extLst>
              <a:ext uri="{FF2B5EF4-FFF2-40B4-BE49-F238E27FC236}">
                <a16:creationId xmlns:a16="http://schemas.microsoft.com/office/drawing/2014/main" id="{97E0CAED-CC8D-4FB7-B22F-93E519980FCA}"/>
              </a:ext>
            </a:extLst>
          </p:cNvPr>
          <p:cNvSpPr>
            <a:spLocks noGrp="1"/>
          </p:cNvSpPr>
          <p:nvPr/>
        </p:nvSpPr>
        <p:spPr>
          <a:xfrm flipV="1">
            <a:off x="2856975" y="1945175"/>
            <a:ext cx="7334775" cy="31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7" name="ground-hatch">
            <a:extLst>
              <a:ext uri="{FF2B5EF4-FFF2-40B4-BE49-F238E27FC236}">
                <a16:creationId xmlns:a16="http://schemas.microsoft.com/office/drawing/2014/main" id="{14711550-BFAB-4350-8F61-4CB50AB34259}"/>
              </a:ext>
            </a:extLst>
          </p:cNvPr>
          <p:cNvSpPr>
            <a:spLocks noGrp="1"/>
          </p:cNvSpPr>
          <p:nvPr/>
        </p:nvSpPr>
        <p:spPr>
          <a:xfrm>
            <a:off x="3009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8" name="ground-hatch">
            <a:extLst>
              <a:ext uri="{FF2B5EF4-FFF2-40B4-BE49-F238E27FC236}">
                <a16:creationId xmlns:a16="http://schemas.microsoft.com/office/drawing/2014/main" id="{81A0128B-F24B-44A6-BE87-88DD61CC4786}"/>
              </a:ext>
            </a:extLst>
          </p:cNvPr>
          <p:cNvSpPr>
            <a:spLocks noGrp="1"/>
          </p:cNvSpPr>
          <p:nvPr/>
        </p:nvSpPr>
        <p:spPr>
          <a:xfrm>
            <a:off x="3238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9" name="ground-hatch">
            <a:extLst>
              <a:ext uri="{FF2B5EF4-FFF2-40B4-BE49-F238E27FC236}">
                <a16:creationId xmlns:a16="http://schemas.microsoft.com/office/drawing/2014/main" id="{EA52CDB5-EEAB-4E66-87F1-A60D2183E702}"/>
              </a:ext>
            </a:extLst>
          </p:cNvPr>
          <p:cNvSpPr>
            <a:spLocks noGrp="1"/>
          </p:cNvSpPr>
          <p:nvPr/>
        </p:nvSpPr>
        <p:spPr>
          <a:xfrm>
            <a:off x="3467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0" name="ground-hatch">
            <a:extLst>
              <a:ext uri="{FF2B5EF4-FFF2-40B4-BE49-F238E27FC236}">
                <a16:creationId xmlns:a16="http://schemas.microsoft.com/office/drawing/2014/main" id="{EAD3FC45-7E8B-46AE-B0C2-606FCB87BF5A}"/>
              </a:ext>
            </a:extLst>
          </p:cNvPr>
          <p:cNvSpPr>
            <a:spLocks noGrp="1"/>
          </p:cNvSpPr>
          <p:nvPr/>
        </p:nvSpPr>
        <p:spPr>
          <a:xfrm>
            <a:off x="3695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1" name="ground-hatch">
            <a:extLst>
              <a:ext uri="{FF2B5EF4-FFF2-40B4-BE49-F238E27FC236}">
                <a16:creationId xmlns:a16="http://schemas.microsoft.com/office/drawing/2014/main" id="{A676DF81-AFCE-4DE7-AEBC-18DF3D6E3FED}"/>
              </a:ext>
            </a:extLst>
          </p:cNvPr>
          <p:cNvSpPr>
            <a:spLocks noGrp="1"/>
          </p:cNvSpPr>
          <p:nvPr/>
        </p:nvSpPr>
        <p:spPr>
          <a:xfrm>
            <a:off x="3924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2" name="ground-hatch">
            <a:extLst>
              <a:ext uri="{FF2B5EF4-FFF2-40B4-BE49-F238E27FC236}">
                <a16:creationId xmlns:a16="http://schemas.microsoft.com/office/drawing/2014/main" id="{63FBD22A-6C20-4977-8FFB-6DB9907EFB13}"/>
              </a:ext>
            </a:extLst>
          </p:cNvPr>
          <p:cNvSpPr>
            <a:spLocks noGrp="1"/>
          </p:cNvSpPr>
          <p:nvPr/>
        </p:nvSpPr>
        <p:spPr>
          <a:xfrm>
            <a:off x="4152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3" name="ground-hatch">
            <a:extLst>
              <a:ext uri="{FF2B5EF4-FFF2-40B4-BE49-F238E27FC236}">
                <a16:creationId xmlns:a16="http://schemas.microsoft.com/office/drawing/2014/main" id="{B05A9AA7-F14B-4916-A9CD-1861757A6D52}"/>
              </a:ext>
            </a:extLst>
          </p:cNvPr>
          <p:cNvSpPr>
            <a:spLocks noGrp="1"/>
          </p:cNvSpPr>
          <p:nvPr/>
        </p:nvSpPr>
        <p:spPr>
          <a:xfrm>
            <a:off x="4381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4" name="ground-hatch">
            <a:extLst>
              <a:ext uri="{FF2B5EF4-FFF2-40B4-BE49-F238E27FC236}">
                <a16:creationId xmlns:a16="http://schemas.microsoft.com/office/drawing/2014/main" id="{101061A3-0F5D-460D-9E8B-027F18D8E190}"/>
              </a:ext>
            </a:extLst>
          </p:cNvPr>
          <p:cNvSpPr>
            <a:spLocks noGrp="1"/>
          </p:cNvSpPr>
          <p:nvPr/>
        </p:nvSpPr>
        <p:spPr>
          <a:xfrm>
            <a:off x="4610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5" name="ground-hatch">
            <a:extLst>
              <a:ext uri="{FF2B5EF4-FFF2-40B4-BE49-F238E27FC236}">
                <a16:creationId xmlns:a16="http://schemas.microsoft.com/office/drawing/2014/main" id="{E1DCA530-4C4C-47E4-B992-691AE6A70F57}"/>
              </a:ext>
            </a:extLst>
          </p:cNvPr>
          <p:cNvSpPr>
            <a:spLocks noGrp="1"/>
          </p:cNvSpPr>
          <p:nvPr/>
        </p:nvSpPr>
        <p:spPr>
          <a:xfrm>
            <a:off x="4838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6" name="ground-hatch">
            <a:extLst>
              <a:ext uri="{FF2B5EF4-FFF2-40B4-BE49-F238E27FC236}">
                <a16:creationId xmlns:a16="http://schemas.microsoft.com/office/drawing/2014/main" id="{207B2C1B-8D82-4FC3-BEE5-EF1F98BD1940}"/>
              </a:ext>
            </a:extLst>
          </p:cNvPr>
          <p:cNvSpPr>
            <a:spLocks noGrp="1"/>
          </p:cNvSpPr>
          <p:nvPr/>
        </p:nvSpPr>
        <p:spPr>
          <a:xfrm>
            <a:off x="5067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7" name="ground-hatch">
            <a:extLst>
              <a:ext uri="{FF2B5EF4-FFF2-40B4-BE49-F238E27FC236}">
                <a16:creationId xmlns:a16="http://schemas.microsoft.com/office/drawing/2014/main" id="{136490AE-E639-4FD4-A71D-6CBFA6176669}"/>
              </a:ext>
            </a:extLst>
          </p:cNvPr>
          <p:cNvSpPr>
            <a:spLocks noGrp="1"/>
          </p:cNvSpPr>
          <p:nvPr/>
        </p:nvSpPr>
        <p:spPr>
          <a:xfrm>
            <a:off x="5295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8" name="ground-hatch">
            <a:extLst>
              <a:ext uri="{FF2B5EF4-FFF2-40B4-BE49-F238E27FC236}">
                <a16:creationId xmlns:a16="http://schemas.microsoft.com/office/drawing/2014/main" id="{B1960B34-3891-437F-AC08-17F0E26B173D}"/>
              </a:ext>
            </a:extLst>
          </p:cNvPr>
          <p:cNvSpPr>
            <a:spLocks noGrp="1"/>
          </p:cNvSpPr>
          <p:nvPr/>
        </p:nvSpPr>
        <p:spPr>
          <a:xfrm>
            <a:off x="5524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19" name="ground-hatch">
            <a:extLst>
              <a:ext uri="{FF2B5EF4-FFF2-40B4-BE49-F238E27FC236}">
                <a16:creationId xmlns:a16="http://schemas.microsoft.com/office/drawing/2014/main" id="{A250BED4-1FD8-4E25-A757-28CCB76DB8F5}"/>
              </a:ext>
            </a:extLst>
          </p:cNvPr>
          <p:cNvSpPr>
            <a:spLocks noGrp="1"/>
          </p:cNvSpPr>
          <p:nvPr/>
        </p:nvSpPr>
        <p:spPr>
          <a:xfrm>
            <a:off x="5753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0" name="ground-hatch">
            <a:extLst>
              <a:ext uri="{FF2B5EF4-FFF2-40B4-BE49-F238E27FC236}">
                <a16:creationId xmlns:a16="http://schemas.microsoft.com/office/drawing/2014/main" id="{C6E87BFA-0621-4031-B864-6FDBA0F847E9}"/>
              </a:ext>
            </a:extLst>
          </p:cNvPr>
          <p:cNvSpPr>
            <a:spLocks noGrp="1"/>
          </p:cNvSpPr>
          <p:nvPr/>
        </p:nvSpPr>
        <p:spPr>
          <a:xfrm>
            <a:off x="5981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1" name="ground-hatch">
            <a:extLst>
              <a:ext uri="{FF2B5EF4-FFF2-40B4-BE49-F238E27FC236}">
                <a16:creationId xmlns:a16="http://schemas.microsoft.com/office/drawing/2014/main" id="{AB40CDC4-B50B-4ACC-9575-8EF81B15046D}"/>
              </a:ext>
            </a:extLst>
          </p:cNvPr>
          <p:cNvSpPr>
            <a:spLocks noGrp="1"/>
          </p:cNvSpPr>
          <p:nvPr/>
        </p:nvSpPr>
        <p:spPr>
          <a:xfrm>
            <a:off x="6210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2" name="ground-hatch">
            <a:extLst>
              <a:ext uri="{FF2B5EF4-FFF2-40B4-BE49-F238E27FC236}">
                <a16:creationId xmlns:a16="http://schemas.microsoft.com/office/drawing/2014/main" id="{322F58A8-C145-48DC-8815-3C375C3D6589}"/>
              </a:ext>
            </a:extLst>
          </p:cNvPr>
          <p:cNvSpPr>
            <a:spLocks noGrp="1"/>
          </p:cNvSpPr>
          <p:nvPr/>
        </p:nvSpPr>
        <p:spPr>
          <a:xfrm>
            <a:off x="6438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3" name="ground-hatch">
            <a:extLst>
              <a:ext uri="{FF2B5EF4-FFF2-40B4-BE49-F238E27FC236}">
                <a16:creationId xmlns:a16="http://schemas.microsoft.com/office/drawing/2014/main" id="{C2FA4729-F3ED-49F1-A288-9647D8A0C2DF}"/>
              </a:ext>
            </a:extLst>
          </p:cNvPr>
          <p:cNvSpPr>
            <a:spLocks noGrp="1"/>
          </p:cNvSpPr>
          <p:nvPr/>
        </p:nvSpPr>
        <p:spPr>
          <a:xfrm>
            <a:off x="6667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4" name="ground-hatch">
            <a:extLst>
              <a:ext uri="{FF2B5EF4-FFF2-40B4-BE49-F238E27FC236}">
                <a16:creationId xmlns:a16="http://schemas.microsoft.com/office/drawing/2014/main" id="{5A9CE925-6834-40FA-8A0D-3365AC21DB9D}"/>
              </a:ext>
            </a:extLst>
          </p:cNvPr>
          <p:cNvSpPr>
            <a:spLocks noGrp="1"/>
          </p:cNvSpPr>
          <p:nvPr/>
        </p:nvSpPr>
        <p:spPr>
          <a:xfrm>
            <a:off x="6896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5" name="ground-hatch">
            <a:extLst>
              <a:ext uri="{FF2B5EF4-FFF2-40B4-BE49-F238E27FC236}">
                <a16:creationId xmlns:a16="http://schemas.microsoft.com/office/drawing/2014/main" id="{8D77350E-D438-4993-9EFF-A1A15BA138CD}"/>
              </a:ext>
            </a:extLst>
          </p:cNvPr>
          <p:cNvSpPr>
            <a:spLocks noGrp="1"/>
          </p:cNvSpPr>
          <p:nvPr/>
        </p:nvSpPr>
        <p:spPr>
          <a:xfrm>
            <a:off x="7124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6" name="ground-hatch">
            <a:extLst>
              <a:ext uri="{FF2B5EF4-FFF2-40B4-BE49-F238E27FC236}">
                <a16:creationId xmlns:a16="http://schemas.microsoft.com/office/drawing/2014/main" id="{5412174B-6E81-41FB-83B3-27BD76419080}"/>
              </a:ext>
            </a:extLst>
          </p:cNvPr>
          <p:cNvSpPr>
            <a:spLocks noGrp="1"/>
          </p:cNvSpPr>
          <p:nvPr/>
        </p:nvSpPr>
        <p:spPr>
          <a:xfrm>
            <a:off x="7353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7" name="ground-hatch">
            <a:extLst>
              <a:ext uri="{FF2B5EF4-FFF2-40B4-BE49-F238E27FC236}">
                <a16:creationId xmlns:a16="http://schemas.microsoft.com/office/drawing/2014/main" id="{66064DD1-1720-47CA-B4CF-4A616A7E4123}"/>
              </a:ext>
            </a:extLst>
          </p:cNvPr>
          <p:cNvSpPr>
            <a:spLocks noGrp="1"/>
          </p:cNvSpPr>
          <p:nvPr/>
        </p:nvSpPr>
        <p:spPr>
          <a:xfrm>
            <a:off x="7581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8" name="ground-hatch">
            <a:extLst>
              <a:ext uri="{FF2B5EF4-FFF2-40B4-BE49-F238E27FC236}">
                <a16:creationId xmlns:a16="http://schemas.microsoft.com/office/drawing/2014/main" id="{7A3E5C05-6999-40EF-87C0-F4E45187B7EF}"/>
              </a:ext>
            </a:extLst>
          </p:cNvPr>
          <p:cNvSpPr>
            <a:spLocks noGrp="1"/>
          </p:cNvSpPr>
          <p:nvPr/>
        </p:nvSpPr>
        <p:spPr>
          <a:xfrm>
            <a:off x="7810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29" name="ground-hatch">
            <a:extLst>
              <a:ext uri="{FF2B5EF4-FFF2-40B4-BE49-F238E27FC236}">
                <a16:creationId xmlns:a16="http://schemas.microsoft.com/office/drawing/2014/main" id="{D229D34A-9D61-4042-9B4B-64B271DBB880}"/>
              </a:ext>
            </a:extLst>
          </p:cNvPr>
          <p:cNvSpPr>
            <a:spLocks noGrp="1"/>
          </p:cNvSpPr>
          <p:nvPr/>
        </p:nvSpPr>
        <p:spPr>
          <a:xfrm>
            <a:off x="8039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0" name="ground-hatch">
            <a:extLst>
              <a:ext uri="{FF2B5EF4-FFF2-40B4-BE49-F238E27FC236}">
                <a16:creationId xmlns:a16="http://schemas.microsoft.com/office/drawing/2014/main" id="{F2340236-6668-4526-99FE-014317B0306A}"/>
              </a:ext>
            </a:extLst>
          </p:cNvPr>
          <p:cNvSpPr>
            <a:spLocks noGrp="1"/>
          </p:cNvSpPr>
          <p:nvPr/>
        </p:nvSpPr>
        <p:spPr>
          <a:xfrm>
            <a:off x="8267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1" name="ground-hatch">
            <a:extLst>
              <a:ext uri="{FF2B5EF4-FFF2-40B4-BE49-F238E27FC236}">
                <a16:creationId xmlns:a16="http://schemas.microsoft.com/office/drawing/2014/main" id="{63A5DD65-C8E2-49AA-984A-C0D45029A314}"/>
              </a:ext>
            </a:extLst>
          </p:cNvPr>
          <p:cNvSpPr>
            <a:spLocks noGrp="1"/>
          </p:cNvSpPr>
          <p:nvPr/>
        </p:nvSpPr>
        <p:spPr>
          <a:xfrm>
            <a:off x="8496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2" name="ground-hatch">
            <a:extLst>
              <a:ext uri="{FF2B5EF4-FFF2-40B4-BE49-F238E27FC236}">
                <a16:creationId xmlns:a16="http://schemas.microsoft.com/office/drawing/2014/main" id="{CAFA165B-07DC-42A4-B97B-22459131ACFC}"/>
              </a:ext>
            </a:extLst>
          </p:cNvPr>
          <p:cNvSpPr>
            <a:spLocks noGrp="1"/>
          </p:cNvSpPr>
          <p:nvPr/>
        </p:nvSpPr>
        <p:spPr>
          <a:xfrm>
            <a:off x="87249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3" name="ground-hatch">
            <a:extLst>
              <a:ext uri="{FF2B5EF4-FFF2-40B4-BE49-F238E27FC236}">
                <a16:creationId xmlns:a16="http://schemas.microsoft.com/office/drawing/2014/main" id="{C1054662-A4F7-4333-A1FE-56710CD91043}"/>
              </a:ext>
            </a:extLst>
          </p:cNvPr>
          <p:cNvSpPr>
            <a:spLocks noGrp="1"/>
          </p:cNvSpPr>
          <p:nvPr/>
        </p:nvSpPr>
        <p:spPr>
          <a:xfrm>
            <a:off x="89535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4" name="ground-hatch">
            <a:extLst>
              <a:ext uri="{FF2B5EF4-FFF2-40B4-BE49-F238E27FC236}">
                <a16:creationId xmlns:a16="http://schemas.microsoft.com/office/drawing/2014/main" id="{1B942F6F-3E36-469B-BC7E-4525539B01FD}"/>
              </a:ext>
            </a:extLst>
          </p:cNvPr>
          <p:cNvSpPr>
            <a:spLocks noGrp="1"/>
          </p:cNvSpPr>
          <p:nvPr/>
        </p:nvSpPr>
        <p:spPr>
          <a:xfrm>
            <a:off x="91821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5" name="ground-hatch">
            <a:extLst>
              <a:ext uri="{FF2B5EF4-FFF2-40B4-BE49-F238E27FC236}">
                <a16:creationId xmlns:a16="http://schemas.microsoft.com/office/drawing/2014/main" id="{7088EAA4-C31B-4453-A1AF-B1217C33B68F}"/>
              </a:ext>
            </a:extLst>
          </p:cNvPr>
          <p:cNvSpPr>
            <a:spLocks noGrp="1"/>
          </p:cNvSpPr>
          <p:nvPr/>
        </p:nvSpPr>
        <p:spPr>
          <a:xfrm>
            <a:off x="94107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6" name="ground-hatch">
            <a:extLst>
              <a:ext uri="{FF2B5EF4-FFF2-40B4-BE49-F238E27FC236}">
                <a16:creationId xmlns:a16="http://schemas.microsoft.com/office/drawing/2014/main" id="{2EF95D9D-2DA5-4CDF-92F3-DAD1C91515A3}"/>
              </a:ext>
            </a:extLst>
          </p:cNvPr>
          <p:cNvSpPr>
            <a:spLocks noGrp="1"/>
          </p:cNvSpPr>
          <p:nvPr/>
        </p:nvSpPr>
        <p:spPr>
          <a:xfrm>
            <a:off x="963930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F097A55C-FA3C-42D3-8D40-D97BC9985783}"/>
              </a:ext>
            </a:extLst>
          </p:cNvPr>
          <p:cNvSpPr>
            <a:spLocks noGrp="1"/>
          </p:cNvSpPr>
          <p:nvPr/>
        </p:nvSpPr>
        <p:spPr>
          <a:xfrm>
            <a:off x="667275" y="1928450"/>
            <a:ext cx="1285875" cy="9525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4CB2BAD5-85B3-45A1-82AA-7B8A3B65223F}"/>
              </a:ext>
            </a:extLst>
          </p:cNvPr>
          <p:cNvSpPr>
            <a:spLocks noGrp="1"/>
          </p:cNvSpPr>
          <p:nvPr/>
        </p:nvSpPr>
        <p:spPr>
          <a:xfrm>
            <a:off x="81915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5EB3371C-A8D8-4868-A654-49AB02463280}"/>
              </a:ext>
            </a:extLst>
          </p:cNvPr>
          <p:cNvSpPr>
            <a:spLocks noGrp="1"/>
          </p:cNvSpPr>
          <p:nvPr/>
        </p:nvSpPr>
        <p:spPr>
          <a:xfrm>
            <a:off x="107928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CA7C6440-35F0-42F6-A64A-3C12684AB7C9}"/>
              </a:ext>
            </a:extLst>
          </p:cNvPr>
          <p:cNvSpPr>
            <a:spLocks noGrp="1"/>
          </p:cNvSpPr>
          <p:nvPr/>
        </p:nvSpPr>
        <p:spPr>
          <a:xfrm>
            <a:off x="130788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ED62078C-7A8E-48FE-8A35-8D4327C106DB}"/>
              </a:ext>
            </a:extLst>
          </p:cNvPr>
          <p:cNvSpPr>
            <a:spLocks noGrp="1"/>
          </p:cNvSpPr>
          <p:nvPr/>
        </p:nvSpPr>
        <p:spPr>
          <a:xfrm>
            <a:off x="1536480" y="1935650"/>
            <a:ext cx="133350" cy="17145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44" name="operating-vehicle-body">
            <a:extLst>
              <a:ext uri="{FF2B5EF4-FFF2-40B4-BE49-F238E27FC236}">
                <a16:creationId xmlns:a16="http://schemas.microsoft.com/office/drawing/2014/main" id="{37ED99C1-ADC1-40DB-88EE-DACBD6FD25A4}"/>
              </a:ext>
            </a:extLst>
          </p:cNvPr>
          <p:cNvSpPr>
            <a:spLocks noGrp="1"/>
          </p:cNvSpPr>
          <p:nvPr/>
        </p:nvSpPr>
        <p:spPr>
          <a:xfrm>
            <a:off x="5010150" y="415082"/>
            <a:ext cx="295275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45" name="vehicle-chassis">
            <a:extLst>
              <a:ext uri="{FF2B5EF4-FFF2-40B4-BE49-F238E27FC236}">
                <a16:creationId xmlns:a16="http://schemas.microsoft.com/office/drawing/2014/main" id="{B3317A70-C015-42EF-8FB8-F32F7239AB8A}"/>
              </a:ext>
            </a:extLst>
          </p:cNvPr>
          <p:cNvSpPr>
            <a:spLocks noGrp="1"/>
          </p:cNvSpPr>
          <p:nvPr/>
        </p:nvSpPr>
        <p:spPr>
          <a:xfrm>
            <a:off x="2582305" y="1481882"/>
            <a:ext cx="4488459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46" name="front-wheel">
            <a:extLst>
              <a:ext uri="{FF2B5EF4-FFF2-40B4-BE49-F238E27FC236}">
                <a16:creationId xmlns:a16="http://schemas.microsoft.com/office/drawing/2014/main" id="{E67FEEBF-BF79-4205-B9B3-E4C045FD5E3C}"/>
              </a:ext>
            </a:extLst>
          </p:cNvPr>
          <p:cNvSpPr>
            <a:spLocks noGrp="1"/>
          </p:cNvSpPr>
          <p:nvPr/>
        </p:nvSpPr>
        <p:spPr>
          <a:xfrm>
            <a:off x="5334000" y="1419569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47" name="rear-wheel">
            <a:extLst>
              <a:ext uri="{FF2B5EF4-FFF2-40B4-BE49-F238E27FC236}">
                <a16:creationId xmlns:a16="http://schemas.microsoft.com/office/drawing/2014/main" id="{DDF5287B-CD38-4EAD-856E-0293FB12F868}"/>
              </a:ext>
            </a:extLst>
          </p:cNvPr>
          <p:cNvSpPr>
            <a:spLocks noGrp="1"/>
          </p:cNvSpPr>
          <p:nvPr/>
        </p:nvSpPr>
        <p:spPr>
          <a:xfrm>
            <a:off x="7162800" y="1419569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48" name="operating-vehicle-label">
            <a:extLst>
              <a:ext uri="{FF2B5EF4-FFF2-40B4-BE49-F238E27FC236}">
                <a16:creationId xmlns:a16="http://schemas.microsoft.com/office/drawing/2014/main" id="{4A56CF90-6FC7-448E-BDF4-A47BD9ADCAA8}"/>
              </a:ext>
            </a:extLst>
          </p:cNvPr>
          <p:cNvSpPr>
            <a:spLocks noGrp="1"/>
          </p:cNvSpPr>
          <p:nvPr/>
        </p:nvSpPr>
        <p:spPr>
          <a:xfrm>
            <a:off x="3404706" y="93732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000000"/>
                </a:solidFill>
              </a:defRPr>
            </a:pPr>
            <a:r>
              <a:rPr sz="1650" b="0" i="0" dirty="0">
                <a:solidFill>
                  <a:srgbClr val="000000"/>
                </a:solidFill>
              </a:rPr>
              <a:t>Operating vehicle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947D4D3F-3A52-4FD9-9574-CEB3FA7A0293}"/>
              </a:ext>
            </a:extLst>
          </p:cNvPr>
          <p:cNvSpPr>
            <a:spLocks noGrp="1"/>
          </p:cNvSpPr>
          <p:nvPr/>
        </p:nvSpPr>
        <p:spPr>
          <a:xfrm>
            <a:off x="4791075" y="430062"/>
            <a:ext cx="219075" cy="21907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0" name="well-left-wall">
            <a:extLst>
              <a:ext uri="{FF2B5EF4-FFF2-40B4-BE49-F238E27FC236}">
                <a16:creationId xmlns:a16="http://schemas.microsoft.com/office/drawing/2014/main" id="{A1F49FEA-44B4-4091-88CC-BC809B4DF411}"/>
              </a:ext>
            </a:extLst>
          </p:cNvPr>
          <p:cNvSpPr>
            <a:spLocks noGrp="1"/>
          </p:cNvSpPr>
          <p:nvPr/>
        </p:nvSpPr>
        <p:spPr>
          <a:xfrm>
            <a:off x="2353706" y="1636794"/>
            <a:ext cx="24590" cy="2269261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51" name="well-right-wall">
            <a:extLst>
              <a:ext uri="{FF2B5EF4-FFF2-40B4-BE49-F238E27FC236}">
                <a16:creationId xmlns:a16="http://schemas.microsoft.com/office/drawing/2014/main" id="{162C4A36-EE86-4558-AE78-EFE5F026BE37}"/>
              </a:ext>
            </a:extLst>
          </p:cNvPr>
          <p:cNvSpPr>
            <a:spLocks noGrp="1"/>
          </p:cNvSpPr>
          <p:nvPr/>
        </p:nvSpPr>
        <p:spPr>
          <a:xfrm>
            <a:off x="2855530" y="1955971"/>
            <a:ext cx="1445" cy="186760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F002CCF9-BDA2-4DC0-9161-A632F083482F}"/>
              </a:ext>
            </a:extLst>
          </p:cNvPr>
          <p:cNvSpPr>
            <a:spLocks noGrp="1"/>
          </p:cNvSpPr>
          <p:nvPr/>
        </p:nvSpPr>
        <p:spPr>
          <a:xfrm>
            <a:off x="3217480" y="4888227"/>
            <a:ext cx="2043604" cy="3174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94E4F0F9-B499-4116-A115-80B21828240E}"/>
              </a:ext>
            </a:extLst>
          </p:cNvPr>
          <p:cNvSpPr>
            <a:spLocks noGrp="1"/>
          </p:cNvSpPr>
          <p:nvPr/>
        </p:nvSpPr>
        <p:spPr>
          <a:xfrm>
            <a:off x="4786804" y="4954068"/>
            <a:ext cx="495300" cy="9525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58" name="well-head-pulley">
            <a:extLst>
              <a:ext uri="{FF2B5EF4-FFF2-40B4-BE49-F238E27FC236}">
                <a16:creationId xmlns:a16="http://schemas.microsoft.com/office/drawing/2014/main" id="{B43642E2-7EB8-4A63-AF00-B2E3A9E9C899}"/>
              </a:ext>
            </a:extLst>
          </p:cNvPr>
          <p:cNvSpPr>
            <a:spLocks noGrp="1"/>
          </p:cNvSpPr>
          <p:nvPr/>
        </p:nvSpPr>
        <p:spPr>
          <a:xfrm>
            <a:off x="2347749" y="1481881"/>
            <a:ext cx="410605" cy="39114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7E2BACD1-524F-49B7-A808-50B1E2AC9C07}"/>
              </a:ext>
            </a:extLst>
          </p:cNvPr>
          <p:cNvSpPr>
            <a:spLocks noGrp="1"/>
          </p:cNvSpPr>
          <p:nvPr/>
        </p:nvSpPr>
        <p:spPr>
          <a:xfrm>
            <a:off x="2582305" y="1636794"/>
            <a:ext cx="285750" cy="3048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0" name="well-label">
            <a:extLst>
              <a:ext uri="{FF2B5EF4-FFF2-40B4-BE49-F238E27FC236}">
                <a16:creationId xmlns:a16="http://schemas.microsoft.com/office/drawing/2014/main" id="{0EBAC34F-49A0-4AC7-9486-E08430EA2D5A}"/>
              </a:ext>
            </a:extLst>
          </p:cNvPr>
          <p:cNvSpPr>
            <a:spLocks noGrp="1"/>
          </p:cNvSpPr>
          <p:nvPr/>
        </p:nvSpPr>
        <p:spPr>
          <a:xfrm>
            <a:off x="430690" y="3072300"/>
            <a:ext cx="136748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000000"/>
                </a:solidFill>
              </a:defRPr>
            </a:pPr>
            <a:r>
              <a:rPr sz="1650" b="0" i="0" dirty="0">
                <a:solidFill>
                  <a:srgbClr val="000000"/>
                </a:solidFill>
              </a:rPr>
              <a:t>Oil / gas well</a:t>
            </a:r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798E76E4-5B79-416E-AFF2-0BF785800438}"/>
              </a:ext>
            </a:extLst>
          </p:cNvPr>
          <p:cNvSpPr>
            <a:spLocks noGrp="1"/>
          </p:cNvSpPr>
          <p:nvPr/>
        </p:nvSpPr>
        <p:spPr>
          <a:xfrm>
            <a:off x="1635019" y="3396150"/>
            <a:ext cx="323850" cy="9525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2" name="downhole-tractor-body">
            <a:extLst>
              <a:ext uri="{FF2B5EF4-FFF2-40B4-BE49-F238E27FC236}">
                <a16:creationId xmlns:a16="http://schemas.microsoft.com/office/drawing/2014/main" id="{E0360D8D-8F46-4A3F-9211-DFE5828D6794}"/>
              </a:ext>
            </a:extLst>
          </p:cNvPr>
          <p:cNvSpPr>
            <a:spLocks noGrp="1"/>
          </p:cNvSpPr>
          <p:nvPr/>
        </p:nvSpPr>
        <p:spPr>
          <a:xfrm>
            <a:off x="5110654" y="4754043"/>
            <a:ext cx="40957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3" name="tractor-front-block">
            <a:extLst>
              <a:ext uri="{FF2B5EF4-FFF2-40B4-BE49-F238E27FC236}">
                <a16:creationId xmlns:a16="http://schemas.microsoft.com/office/drawing/2014/main" id="{AA03E274-1255-4595-9313-82C03530525B}"/>
              </a:ext>
            </a:extLst>
          </p:cNvPr>
          <p:cNvSpPr>
            <a:spLocks noGrp="1"/>
          </p:cNvSpPr>
          <p:nvPr/>
        </p:nvSpPr>
        <p:spPr>
          <a:xfrm>
            <a:off x="4786804" y="4668318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4" name="tractor-rear-block">
            <a:extLst>
              <a:ext uri="{FF2B5EF4-FFF2-40B4-BE49-F238E27FC236}">
                <a16:creationId xmlns:a16="http://schemas.microsoft.com/office/drawing/2014/main" id="{A75201D2-D53D-4148-B5EA-7DD1FA9CF570}"/>
              </a:ext>
            </a:extLst>
          </p:cNvPr>
          <p:cNvSpPr>
            <a:spLocks noGrp="1"/>
          </p:cNvSpPr>
          <p:nvPr/>
        </p:nvSpPr>
        <p:spPr>
          <a:xfrm>
            <a:off x="9168304" y="4668318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5" name="tractor-nozzle">
            <a:extLst>
              <a:ext uri="{FF2B5EF4-FFF2-40B4-BE49-F238E27FC236}">
                <a16:creationId xmlns:a16="http://schemas.microsoft.com/office/drawing/2014/main" id="{A7CEB0DB-84C4-450F-B883-F103F6FA1AE0}"/>
              </a:ext>
            </a:extLst>
          </p:cNvPr>
          <p:cNvSpPr>
            <a:spLocks noGrp="1"/>
          </p:cNvSpPr>
          <p:nvPr/>
        </p:nvSpPr>
        <p:spPr>
          <a:xfrm rot="16200000">
            <a:off x="9659004" y="4734993"/>
            <a:ext cx="361950" cy="361950"/>
          </a:xfrm>
          <a:prstGeom prst="trapezoid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6" name="tractor-label">
            <a:extLst>
              <a:ext uri="{FF2B5EF4-FFF2-40B4-BE49-F238E27FC236}">
                <a16:creationId xmlns:a16="http://schemas.microsoft.com/office/drawing/2014/main" id="{BED7D219-7CEF-4ED4-8269-B13420F19E8B}"/>
              </a:ext>
            </a:extLst>
          </p:cNvPr>
          <p:cNvSpPr>
            <a:spLocks noGrp="1"/>
          </p:cNvSpPr>
          <p:nvPr/>
        </p:nvSpPr>
        <p:spPr>
          <a:xfrm>
            <a:off x="6335393" y="3514123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000000"/>
                </a:solidFill>
              </a:defRPr>
            </a:pPr>
            <a:r>
              <a:rPr sz="1650" b="0" i="0" dirty="0">
                <a:solidFill>
                  <a:srgbClr val="000000"/>
                </a:solidFill>
              </a:rPr>
              <a:t>Downhole tractor</a:t>
            </a:r>
          </a:p>
        </p:txBody>
      </p:sp>
      <p:sp>
        <p:nvSpPr>
          <p:cNvPr id="88" name="lower-well-wall">
            <a:extLst>
              <a:ext uri="{FF2B5EF4-FFF2-40B4-BE49-F238E27FC236}">
                <a16:creationId xmlns:a16="http://schemas.microsoft.com/office/drawing/2014/main" id="{547416DA-1D9D-43FD-895F-2E2D197D9961}"/>
              </a:ext>
            </a:extLst>
          </p:cNvPr>
          <p:cNvSpPr>
            <a:spLocks noGrp="1"/>
          </p:cNvSpPr>
          <p:nvPr/>
        </p:nvSpPr>
        <p:spPr>
          <a:xfrm flipV="1">
            <a:off x="3643150" y="5660805"/>
            <a:ext cx="5924550" cy="381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89" name="upper-well-wall">
            <a:extLst>
              <a:ext uri="{FF2B5EF4-FFF2-40B4-BE49-F238E27FC236}">
                <a16:creationId xmlns:a16="http://schemas.microsoft.com/office/drawing/2014/main" id="{7AE52F7F-D28C-44C2-B3C7-FC7E20E980F1}"/>
              </a:ext>
            </a:extLst>
          </p:cNvPr>
          <p:cNvSpPr>
            <a:spLocks noGrp="1"/>
          </p:cNvSpPr>
          <p:nvPr/>
        </p:nvSpPr>
        <p:spPr>
          <a:xfrm flipV="1">
            <a:off x="3632638" y="4272969"/>
            <a:ext cx="5778061" cy="5747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90" name="tools-label">
            <a:extLst>
              <a:ext uri="{FF2B5EF4-FFF2-40B4-BE49-F238E27FC236}">
                <a16:creationId xmlns:a16="http://schemas.microsoft.com/office/drawing/2014/main" id="{9B542BB4-0373-4C1A-96C9-D85506312343}"/>
              </a:ext>
            </a:extLst>
          </p:cNvPr>
          <p:cNvSpPr>
            <a:spLocks noGrp="1"/>
          </p:cNvSpPr>
          <p:nvPr/>
        </p:nvSpPr>
        <p:spPr>
          <a:xfrm>
            <a:off x="6015529" y="595608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 i="0">
                <a:solidFill>
                  <a:srgbClr val="000000"/>
                </a:solidFill>
              </a:defRPr>
            </a:pPr>
            <a:r>
              <a:rPr sz="1650" b="0" i="0" dirty="0">
                <a:solidFill>
                  <a:srgbClr val="000000"/>
                </a:solidFill>
              </a:rPr>
              <a:t>Downhole tools</a:t>
            </a:r>
          </a:p>
        </p:txBody>
      </p:sp>
      <p:sp>
        <p:nvSpPr>
          <p:cNvPr id="95" name="well-right-wall">
            <a:extLst>
              <a:ext uri="{FF2B5EF4-FFF2-40B4-BE49-F238E27FC236}">
                <a16:creationId xmlns:a16="http://schemas.microsoft.com/office/drawing/2014/main" id="{56C33A59-731D-D113-5F50-FE6A319B701B}"/>
              </a:ext>
            </a:extLst>
          </p:cNvPr>
          <p:cNvSpPr>
            <a:spLocks noGrp="1"/>
          </p:cNvSpPr>
          <p:nvPr/>
        </p:nvSpPr>
        <p:spPr>
          <a:xfrm>
            <a:off x="1934560" y="1955970"/>
            <a:ext cx="9525" cy="1990725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930F7A2C-88EB-CD0E-76C7-7D067D4E49A3}"/>
              </a:ext>
            </a:extLst>
          </p:cNvPr>
          <p:cNvSpPr/>
          <p:nvPr/>
        </p:nvSpPr>
        <p:spPr>
          <a:xfrm rot="10800000">
            <a:off x="1945509" y="2308022"/>
            <a:ext cx="3388398" cy="3389947"/>
          </a:xfrm>
          <a:prstGeom prst="arc">
            <a:avLst>
              <a:gd name="adj1" fmla="val 16200000"/>
              <a:gd name="adj2" fmla="val 11393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A13E6BFD-FDEF-35D9-06CF-8AAC6749E34C}"/>
              </a:ext>
            </a:extLst>
          </p:cNvPr>
          <p:cNvSpPr/>
          <p:nvPr/>
        </p:nvSpPr>
        <p:spPr>
          <a:xfrm rot="10800000">
            <a:off x="2383736" y="2977964"/>
            <a:ext cx="1673913" cy="1909326"/>
          </a:xfrm>
          <a:prstGeom prst="arc">
            <a:avLst>
              <a:gd name="adj1" fmla="val 16200000"/>
              <a:gd name="adj2" fmla="val 11393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DA010173-1875-D0F9-2511-37BA0584EBAD}"/>
              </a:ext>
            </a:extLst>
          </p:cNvPr>
          <p:cNvSpPr/>
          <p:nvPr/>
        </p:nvSpPr>
        <p:spPr>
          <a:xfrm rot="10800000">
            <a:off x="2860295" y="3404360"/>
            <a:ext cx="1544523" cy="871612"/>
          </a:xfrm>
          <a:prstGeom prst="arc">
            <a:avLst>
              <a:gd name="adj1" fmla="val 16200000"/>
              <a:gd name="adj2" fmla="val 11393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lower-well-wall">
            <a:extLst>
              <a:ext uri="{FF2B5EF4-FFF2-40B4-BE49-F238E27FC236}">
                <a16:creationId xmlns:a16="http://schemas.microsoft.com/office/drawing/2014/main" id="{7D74F619-C6EE-DA63-E467-FB3DF5C6B80C}"/>
              </a:ext>
            </a:extLst>
          </p:cNvPr>
          <p:cNvSpPr>
            <a:spLocks noGrp="1"/>
          </p:cNvSpPr>
          <p:nvPr/>
        </p:nvSpPr>
        <p:spPr>
          <a:xfrm>
            <a:off x="6372999" y="4480765"/>
            <a:ext cx="16560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3" name="lower-well-wall">
            <a:extLst>
              <a:ext uri="{FF2B5EF4-FFF2-40B4-BE49-F238E27FC236}">
                <a16:creationId xmlns:a16="http://schemas.microsoft.com/office/drawing/2014/main" id="{366A3A66-C161-F669-43C0-ADFAECF4BC4C}"/>
              </a:ext>
            </a:extLst>
          </p:cNvPr>
          <p:cNvSpPr>
            <a:spLocks noGrp="1"/>
          </p:cNvSpPr>
          <p:nvPr/>
        </p:nvSpPr>
        <p:spPr>
          <a:xfrm flipH="1">
            <a:off x="6102824" y="4461341"/>
            <a:ext cx="16518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4" name="lower-tool-wheel">
            <a:extLst>
              <a:ext uri="{FF2B5EF4-FFF2-40B4-BE49-F238E27FC236}">
                <a16:creationId xmlns:a16="http://schemas.microsoft.com/office/drawing/2014/main" id="{89FE7D32-1DFE-E76B-5414-5B912850C535}"/>
              </a:ext>
            </a:extLst>
          </p:cNvPr>
          <p:cNvSpPr>
            <a:spLocks noGrp="1"/>
          </p:cNvSpPr>
          <p:nvPr/>
        </p:nvSpPr>
        <p:spPr>
          <a:xfrm>
            <a:off x="7724388" y="5347077"/>
            <a:ext cx="285750" cy="2857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105" name="lower-well-wall">
            <a:extLst>
              <a:ext uri="{FF2B5EF4-FFF2-40B4-BE49-F238E27FC236}">
                <a16:creationId xmlns:a16="http://schemas.microsoft.com/office/drawing/2014/main" id="{F0DC3599-5406-01E6-C8CD-0D855E9F10BB}"/>
              </a:ext>
            </a:extLst>
          </p:cNvPr>
          <p:cNvSpPr>
            <a:spLocks noGrp="1"/>
          </p:cNvSpPr>
          <p:nvPr/>
        </p:nvSpPr>
        <p:spPr>
          <a:xfrm>
            <a:off x="7577692" y="5098067"/>
            <a:ext cx="180975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6" name="lower-well-wall">
            <a:extLst>
              <a:ext uri="{FF2B5EF4-FFF2-40B4-BE49-F238E27FC236}">
                <a16:creationId xmlns:a16="http://schemas.microsoft.com/office/drawing/2014/main" id="{1D4585E9-02E6-03A7-84E4-AC4BA32125E8}"/>
              </a:ext>
            </a:extLst>
          </p:cNvPr>
          <p:cNvSpPr>
            <a:spLocks noGrp="1"/>
          </p:cNvSpPr>
          <p:nvPr/>
        </p:nvSpPr>
        <p:spPr>
          <a:xfrm flipH="1">
            <a:off x="7979351" y="5094547"/>
            <a:ext cx="16518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7" name="lower-tool-wheel">
            <a:extLst>
              <a:ext uri="{FF2B5EF4-FFF2-40B4-BE49-F238E27FC236}">
                <a16:creationId xmlns:a16="http://schemas.microsoft.com/office/drawing/2014/main" id="{B0E4DA9D-7F63-0B1D-A6B2-34D0F23C739E}"/>
              </a:ext>
            </a:extLst>
          </p:cNvPr>
          <p:cNvSpPr>
            <a:spLocks noGrp="1"/>
          </p:cNvSpPr>
          <p:nvPr/>
        </p:nvSpPr>
        <p:spPr>
          <a:xfrm rot="10800000">
            <a:off x="6171487" y="4278010"/>
            <a:ext cx="285750" cy="2857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113" name="lower-well-wall">
            <a:extLst>
              <a:ext uri="{FF2B5EF4-FFF2-40B4-BE49-F238E27FC236}">
                <a16:creationId xmlns:a16="http://schemas.microsoft.com/office/drawing/2014/main" id="{3C854443-D1F5-33B7-CE24-9F1B42B21F7A}"/>
              </a:ext>
            </a:extLst>
          </p:cNvPr>
          <p:cNvSpPr>
            <a:spLocks noGrp="1"/>
          </p:cNvSpPr>
          <p:nvPr/>
        </p:nvSpPr>
        <p:spPr>
          <a:xfrm>
            <a:off x="7925900" y="4452190"/>
            <a:ext cx="16560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14" name="lower-well-wall">
            <a:extLst>
              <a:ext uri="{FF2B5EF4-FFF2-40B4-BE49-F238E27FC236}">
                <a16:creationId xmlns:a16="http://schemas.microsoft.com/office/drawing/2014/main" id="{AF4DB77B-AD70-4F67-3627-CB7E6A5915AB}"/>
              </a:ext>
            </a:extLst>
          </p:cNvPr>
          <p:cNvSpPr>
            <a:spLocks noGrp="1"/>
          </p:cNvSpPr>
          <p:nvPr/>
        </p:nvSpPr>
        <p:spPr>
          <a:xfrm flipH="1">
            <a:off x="7655725" y="4432766"/>
            <a:ext cx="16518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15" name="lower-tool-wheel">
            <a:extLst>
              <a:ext uri="{FF2B5EF4-FFF2-40B4-BE49-F238E27FC236}">
                <a16:creationId xmlns:a16="http://schemas.microsoft.com/office/drawing/2014/main" id="{22ADB484-9D5F-B5B3-BBC8-2B566A309DDC}"/>
              </a:ext>
            </a:extLst>
          </p:cNvPr>
          <p:cNvSpPr>
            <a:spLocks noGrp="1"/>
          </p:cNvSpPr>
          <p:nvPr/>
        </p:nvSpPr>
        <p:spPr>
          <a:xfrm rot="10800000">
            <a:off x="7724388" y="4249435"/>
            <a:ext cx="285750" cy="2857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116" name="lower-tool-wheel">
            <a:extLst>
              <a:ext uri="{FF2B5EF4-FFF2-40B4-BE49-F238E27FC236}">
                <a16:creationId xmlns:a16="http://schemas.microsoft.com/office/drawing/2014/main" id="{7D4E5E4C-B0E3-8154-08F6-477082C8DBE7}"/>
              </a:ext>
            </a:extLst>
          </p:cNvPr>
          <p:cNvSpPr>
            <a:spLocks noGrp="1"/>
          </p:cNvSpPr>
          <p:nvPr/>
        </p:nvSpPr>
        <p:spPr>
          <a:xfrm>
            <a:off x="6171486" y="5353826"/>
            <a:ext cx="285750" cy="2857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117" name="lower-well-wall">
            <a:extLst>
              <a:ext uri="{FF2B5EF4-FFF2-40B4-BE49-F238E27FC236}">
                <a16:creationId xmlns:a16="http://schemas.microsoft.com/office/drawing/2014/main" id="{28BD64AB-8CB8-7083-C1F0-82900A3B8E55}"/>
              </a:ext>
            </a:extLst>
          </p:cNvPr>
          <p:cNvSpPr>
            <a:spLocks noGrp="1"/>
          </p:cNvSpPr>
          <p:nvPr/>
        </p:nvSpPr>
        <p:spPr>
          <a:xfrm>
            <a:off x="6024790" y="5104816"/>
            <a:ext cx="180975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18" name="lower-well-wall">
            <a:extLst>
              <a:ext uri="{FF2B5EF4-FFF2-40B4-BE49-F238E27FC236}">
                <a16:creationId xmlns:a16="http://schemas.microsoft.com/office/drawing/2014/main" id="{6063C0F7-CC0C-0BDA-6FCC-5E41CF40E52D}"/>
              </a:ext>
            </a:extLst>
          </p:cNvPr>
          <p:cNvSpPr>
            <a:spLocks noGrp="1"/>
          </p:cNvSpPr>
          <p:nvPr/>
        </p:nvSpPr>
        <p:spPr>
          <a:xfrm flipH="1">
            <a:off x="6426449" y="5101296"/>
            <a:ext cx="165180" cy="288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5493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</Words>
  <Application>Microsoft Macintosh PowerPoint</Application>
  <DocSecurity>0</DocSecurity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denghaodong</cp:lastModifiedBy>
  <cp:revision>4</cp:revision>
  <dcterms:created xsi:type="dcterms:W3CDTF">2026-08-16T07:09:45Z</dcterms:created>
  <dcterms:modified xsi:type="dcterms:W3CDTF">2026-08-16T07:53:11Z</dcterms:modified>
</cp:coreProperties>
</file>